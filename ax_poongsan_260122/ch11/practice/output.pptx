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제목입니다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첫 번째 문단 내용입니다.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