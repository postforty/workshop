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6e77db37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6e77db37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1df603a1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1df603a1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46e77db3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46e77db3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46e77db3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46e77db3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46e77db3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46e77db3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enerated Image November 17, 2025 - 10_51AM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11"/>
          <a:stretch/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698650" y="1740600"/>
            <a:ext cx="14991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dk2"/>
                </a:solidFill>
              </a:rPr>
              <a:t>기능</a:t>
            </a:r>
            <a:endParaRPr sz="2400">
              <a:solidFill>
                <a:schemeClr val="dk2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dk2"/>
                </a:solidFill>
              </a:rPr>
              <a:t>기계</a:t>
            </a:r>
            <a:endParaRPr sz="2400">
              <a:solidFill>
                <a:schemeClr val="dk2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dk2"/>
                </a:solidFill>
              </a:rPr>
              <a:t>재사용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CB2D9F1-86A8-83C8-F0A4-44A1C9FBD111}"/>
              </a:ext>
            </a:extLst>
          </p:cNvPr>
          <p:cNvGrpSpPr/>
          <p:nvPr/>
        </p:nvGrpSpPr>
        <p:grpSpPr>
          <a:xfrm>
            <a:off x="1768800" y="96825"/>
            <a:ext cx="5606400" cy="4818875"/>
            <a:chOff x="2122150" y="96825"/>
            <a:chExt cx="5606400" cy="4818875"/>
          </a:xfrm>
        </p:grpSpPr>
        <p:sp>
          <p:nvSpPr>
            <p:cNvPr id="60" name="Google Shape;60;p14"/>
            <p:cNvSpPr/>
            <p:nvPr/>
          </p:nvSpPr>
          <p:spPr>
            <a:xfrm>
              <a:off x="2122150" y="1452150"/>
              <a:ext cx="5606400" cy="223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/>
                <a:t>더하기 함수</a:t>
              </a:r>
              <a:endParaRPr sz="2400"/>
            </a:p>
          </p:txBody>
        </p:sp>
        <p:grpSp>
          <p:nvGrpSpPr>
            <p:cNvPr id="61" name="Google Shape;61;p14"/>
            <p:cNvGrpSpPr/>
            <p:nvPr/>
          </p:nvGrpSpPr>
          <p:grpSpPr>
            <a:xfrm>
              <a:off x="2406975" y="849960"/>
              <a:ext cx="1599600" cy="660825"/>
              <a:chOff x="2652500" y="844000"/>
              <a:chExt cx="1599600" cy="660825"/>
            </a:xfrm>
          </p:grpSpPr>
          <p:sp>
            <p:nvSpPr>
              <p:cNvPr id="62" name="Google Shape;62;p14"/>
              <p:cNvSpPr/>
              <p:nvPr/>
            </p:nvSpPr>
            <p:spPr>
              <a:xfrm rot="10800000" flipH="1">
                <a:off x="2695425" y="879750"/>
                <a:ext cx="1506900" cy="572400"/>
              </a:xfrm>
              <a:prstGeom prst="trapezoid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>
                <a:off x="2652500" y="844000"/>
                <a:ext cx="15996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2846100" y="1392925"/>
                <a:ext cx="12123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" name="Google Shape;65;p14"/>
            <p:cNvGrpSpPr/>
            <p:nvPr/>
          </p:nvGrpSpPr>
          <p:grpSpPr>
            <a:xfrm>
              <a:off x="5889575" y="3639775"/>
              <a:ext cx="1599600" cy="699425"/>
              <a:chOff x="5838700" y="3641450"/>
              <a:chExt cx="1599600" cy="699425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5885050" y="3691350"/>
                <a:ext cx="1506900" cy="572400"/>
              </a:xfrm>
              <a:prstGeom prst="trapezoid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5838700" y="4228975"/>
                <a:ext cx="15996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6032350" y="3641450"/>
                <a:ext cx="12123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" name="Google Shape;69;p14"/>
            <p:cNvSpPr/>
            <p:nvPr/>
          </p:nvSpPr>
          <p:spPr>
            <a:xfrm>
              <a:off x="2857113" y="734625"/>
              <a:ext cx="699300" cy="6993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/>
                <a:t>1</a:t>
              </a:r>
              <a:endParaRPr sz="2400"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258113" y="96825"/>
              <a:ext cx="699300" cy="6993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/>
                <a:t>2</a:t>
              </a:r>
              <a:endParaRPr sz="2400"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339713" y="4216400"/>
              <a:ext cx="699300" cy="6993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/>
                <a:t>3</a:t>
              </a:r>
              <a:endParaRPr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9EEB3E0-0A4D-DC5A-C524-629A0FEE4594}"/>
              </a:ext>
            </a:extLst>
          </p:cNvPr>
          <p:cNvGrpSpPr/>
          <p:nvPr/>
        </p:nvGrpSpPr>
        <p:grpSpPr>
          <a:xfrm>
            <a:off x="1768800" y="1452150"/>
            <a:ext cx="5606400" cy="2239200"/>
            <a:chOff x="2122150" y="1452150"/>
            <a:chExt cx="5606400" cy="2239200"/>
          </a:xfrm>
        </p:grpSpPr>
        <p:sp>
          <p:nvSpPr>
            <p:cNvPr id="76" name="Google Shape;76;p15"/>
            <p:cNvSpPr/>
            <p:nvPr/>
          </p:nvSpPr>
          <p:spPr>
            <a:xfrm>
              <a:off x="2122150" y="1452150"/>
              <a:ext cx="5606400" cy="223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2534625" y="1828500"/>
              <a:ext cx="4747800" cy="147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/>
                <a:t>매개변수 X, 반환값 X</a:t>
              </a:r>
              <a:endParaRPr sz="24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9A733F0-8A26-954A-F36B-91231602C22C}"/>
              </a:ext>
            </a:extLst>
          </p:cNvPr>
          <p:cNvGrpSpPr/>
          <p:nvPr/>
        </p:nvGrpSpPr>
        <p:grpSpPr>
          <a:xfrm>
            <a:off x="1768800" y="829848"/>
            <a:ext cx="5606400" cy="2861502"/>
            <a:chOff x="2122150" y="829848"/>
            <a:chExt cx="5606400" cy="2861502"/>
          </a:xfrm>
        </p:grpSpPr>
        <p:sp>
          <p:nvSpPr>
            <p:cNvPr id="82" name="Google Shape;82;p16"/>
            <p:cNvSpPr/>
            <p:nvPr/>
          </p:nvSpPr>
          <p:spPr>
            <a:xfrm>
              <a:off x="2122150" y="1452150"/>
              <a:ext cx="5606400" cy="223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16"/>
            <p:cNvGrpSpPr/>
            <p:nvPr/>
          </p:nvGrpSpPr>
          <p:grpSpPr>
            <a:xfrm>
              <a:off x="2479800" y="829848"/>
              <a:ext cx="1599600" cy="684850"/>
              <a:chOff x="2534625" y="830025"/>
              <a:chExt cx="1599600" cy="684850"/>
            </a:xfrm>
          </p:grpSpPr>
          <p:sp>
            <p:nvSpPr>
              <p:cNvPr id="84" name="Google Shape;84;p16"/>
              <p:cNvSpPr/>
              <p:nvPr/>
            </p:nvSpPr>
            <p:spPr>
              <a:xfrm rot="10800000" flipH="1">
                <a:off x="2577600" y="889800"/>
                <a:ext cx="1506900" cy="572400"/>
              </a:xfrm>
              <a:prstGeom prst="trapezoid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2534625" y="830025"/>
                <a:ext cx="15996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6"/>
              <p:cNvSpPr/>
              <p:nvPr/>
            </p:nvSpPr>
            <p:spPr>
              <a:xfrm>
                <a:off x="2728275" y="1402975"/>
                <a:ext cx="12123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7" name="Google Shape;87;p16"/>
            <p:cNvSpPr/>
            <p:nvPr/>
          </p:nvSpPr>
          <p:spPr>
            <a:xfrm>
              <a:off x="2534625" y="1828500"/>
              <a:ext cx="4747800" cy="147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/>
                <a:t>매개변수 O, 반환값 X</a:t>
              </a:r>
              <a:endParaRPr sz="24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5BF9721-8C9A-7584-D80F-19A448E281A9}"/>
              </a:ext>
            </a:extLst>
          </p:cNvPr>
          <p:cNvGrpSpPr/>
          <p:nvPr/>
        </p:nvGrpSpPr>
        <p:grpSpPr>
          <a:xfrm>
            <a:off x="1768800" y="1452150"/>
            <a:ext cx="5606400" cy="2887050"/>
            <a:chOff x="2122150" y="1452150"/>
            <a:chExt cx="5606400" cy="2887050"/>
          </a:xfrm>
        </p:grpSpPr>
        <p:sp>
          <p:nvSpPr>
            <p:cNvPr id="92" name="Google Shape;92;p17"/>
            <p:cNvSpPr/>
            <p:nvPr/>
          </p:nvSpPr>
          <p:spPr>
            <a:xfrm>
              <a:off x="2122150" y="1452150"/>
              <a:ext cx="5606400" cy="223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2534625" y="1828500"/>
              <a:ext cx="4747800" cy="147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chemeClr val="dk1"/>
                  </a:solidFill>
                </a:rPr>
                <a:t>매개변수 X, 반환값 O</a:t>
              </a:r>
              <a:endParaRPr sz="2400"/>
            </a:p>
          </p:txBody>
        </p:sp>
        <p:grpSp>
          <p:nvGrpSpPr>
            <p:cNvPr id="94" name="Google Shape;94;p17"/>
            <p:cNvGrpSpPr/>
            <p:nvPr/>
          </p:nvGrpSpPr>
          <p:grpSpPr>
            <a:xfrm>
              <a:off x="5889575" y="3639775"/>
              <a:ext cx="1599600" cy="699425"/>
              <a:chOff x="5838700" y="3641450"/>
              <a:chExt cx="1599600" cy="699425"/>
            </a:xfrm>
          </p:grpSpPr>
          <p:sp>
            <p:nvSpPr>
              <p:cNvPr id="95" name="Google Shape;95;p17"/>
              <p:cNvSpPr/>
              <p:nvPr/>
            </p:nvSpPr>
            <p:spPr>
              <a:xfrm>
                <a:off x="5885050" y="3691350"/>
                <a:ext cx="1506900" cy="572400"/>
              </a:xfrm>
              <a:prstGeom prst="trapezoid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>
                <a:off x="5838700" y="4228975"/>
                <a:ext cx="15996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7"/>
              <p:cNvSpPr/>
              <p:nvPr/>
            </p:nvSpPr>
            <p:spPr>
              <a:xfrm>
                <a:off x="6032350" y="3641450"/>
                <a:ext cx="12123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28B71BA-F97D-8101-FFA3-B5BCECFC43DB}"/>
              </a:ext>
            </a:extLst>
          </p:cNvPr>
          <p:cNvGrpSpPr/>
          <p:nvPr/>
        </p:nvGrpSpPr>
        <p:grpSpPr>
          <a:xfrm>
            <a:off x="1768800" y="829848"/>
            <a:ext cx="5606400" cy="3509352"/>
            <a:chOff x="2122150" y="829848"/>
            <a:chExt cx="5606400" cy="3509352"/>
          </a:xfrm>
        </p:grpSpPr>
        <p:sp>
          <p:nvSpPr>
            <p:cNvPr id="102" name="Google Shape;102;p18"/>
            <p:cNvSpPr/>
            <p:nvPr/>
          </p:nvSpPr>
          <p:spPr>
            <a:xfrm>
              <a:off x="2122150" y="1452150"/>
              <a:ext cx="5606400" cy="22392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2534625" y="1828500"/>
              <a:ext cx="4747800" cy="147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chemeClr val="dk1"/>
                  </a:solidFill>
                </a:rPr>
                <a:t>매개변수 O, 반환값 O</a:t>
              </a:r>
              <a:endParaRPr sz="2400"/>
            </a:p>
          </p:txBody>
        </p:sp>
        <p:grpSp>
          <p:nvGrpSpPr>
            <p:cNvPr id="104" name="Google Shape;104;p18"/>
            <p:cNvGrpSpPr/>
            <p:nvPr/>
          </p:nvGrpSpPr>
          <p:grpSpPr>
            <a:xfrm>
              <a:off x="2479800" y="829848"/>
              <a:ext cx="1599600" cy="684850"/>
              <a:chOff x="2534625" y="830025"/>
              <a:chExt cx="1599600" cy="684850"/>
            </a:xfrm>
          </p:grpSpPr>
          <p:sp>
            <p:nvSpPr>
              <p:cNvPr id="105" name="Google Shape;105;p18"/>
              <p:cNvSpPr/>
              <p:nvPr/>
            </p:nvSpPr>
            <p:spPr>
              <a:xfrm rot="10800000" flipH="1">
                <a:off x="2577600" y="889800"/>
                <a:ext cx="1506900" cy="572400"/>
              </a:xfrm>
              <a:prstGeom prst="trapezoid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8"/>
              <p:cNvSpPr/>
              <p:nvPr/>
            </p:nvSpPr>
            <p:spPr>
              <a:xfrm>
                <a:off x="2534625" y="830025"/>
                <a:ext cx="15996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8"/>
              <p:cNvSpPr/>
              <p:nvPr/>
            </p:nvSpPr>
            <p:spPr>
              <a:xfrm>
                <a:off x="2728275" y="1402975"/>
                <a:ext cx="12123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18"/>
            <p:cNvGrpSpPr/>
            <p:nvPr/>
          </p:nvGrpSpPr>
          <p:grpSpPr>
            <a:xfrm>
              <a:off x="5889575" y="3639775"/>
              <a:ext cx="1599600" cy="699425"/>
              <a:chOff x="5838700" y="3641450"/>
              <a:chExt cx="1599600" cy="699425"/>
            </a:xfrm>
          </p:grpSpPr>
          <p:sp>
            <p:nvSpPr>
              <p:cNvPr id="109" name="Google Shape;109;p18"/>
              <p:cNvSpPr/>
              <p:nvPr/>
            </p:nvSpPr>
            <p:spPr>
              <a:xfrm>
                <a:off x="5885050" y="3691350"/>
                <a:ext cx="1506900" cy="572400"/>
              </a:xfrm>
              <a:prstGeom prst="trapezoid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8"/>
              <p:cNvSpPr/>
              <p:nvPr/>
            </p:nvSpPr>
            <p:spPr>
              <a:xfrm>
                <a:off x="5838700" y="4228975"/>
                <a:ext cx="15996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8"/>
              <p:cNvSpPr/>
              <p:nvPr/>
            </p:nvSpPr>
            <p:spPr>
              <a:xfrm>
                <a:off x="6032350" y="3641450"/>
                <a:ext cx="1212300" cy="1119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</Words>
  <Application>Microsoft Office PowerPoint</Application>
  <PresentationFormat>화면 슬라이드 쇼(16:9)</PresentationFormat>
  <Paragraphs>11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dandycode</dc:creator>
  <cp:lastModifiedBy>테크코리아 레오</cp:lastModifiedBy>
  <cp:revision>1</cp:revision>
  <dcterms:modified xsi:type="dcterms:W3CDTF">2025-11-19T07:41:13Z</dcterms:modified>
</cp:coreProperties>
</file>