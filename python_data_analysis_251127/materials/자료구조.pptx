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398ea8e1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398ea8e1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398ea8e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398ea8e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gif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1.gif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a whi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2000" y="1783075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7725" y="5508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7725" y="35482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725" y="2445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1350" y="3082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813" y="35482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3650" y="2318275"/>
            <a:ext cx="1080000" cy="10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5921625" y="1194675"/>
            <a:ext cx="1757100" cy="1332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340175" y="182550"/>
            <a:ext cx="1757100" cy="1332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939200" y="21600"/>
            <a:ext cx="1757100" cy="1332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5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025" y="72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2800" y="72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800" y="72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8400" y="72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413" y="72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5025" y="724950"/>
            <a:ext cx="1080000" cy="108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>
            <a:off x="-10800" y="2563200"/>
            <a:ext cx="9165600" cy="3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5"/>
          <p:cNvCxnSpPr/>
          <p:nvPr/>
        </p:nvCxnSpPr>
        <p:spPr>
          <a:xfrm>
            <a:off x="4572000" y="0"/>
            <a:ext cx="0" cy="516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0" name="Google Shape;80;p15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3600" y="781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6375" y="781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6175" y="1320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4150" y="13206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6825" y="3085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2800" y="30855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descr="a white ice cream cone with a swirl on top(Tenor 제공)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5813" y="268252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descr="a chocolate ice cream cone with a swirl on top(Tenor 제공)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0175" y="3899475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 descr="an ice cream cone with pink swirls on top(Tenor 제공)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5625" y="2984925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5284950" y="842400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바닐라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685925" y="1003350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딸기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267375" y="2015475"/>
            <a:ext cx="108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초코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750" y="3195500"/>
            <a:ext cx="3360010" cy="13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화면 슬라이드 쇼(16:9)</PresentationFormat>
  <Paragraphs>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dandycode</dc:creator>
  <cp:lastModifiedBy>테크코리아 레오</cp:lastModifiedBy>
  <cp:revision>1</cp:revision>
  <dcterms:modified xsi:type="dcterms:W3CDTF">2025-11-19T07:46:53Z</dcterms:modified>
</cp:coreProperties>
</file>